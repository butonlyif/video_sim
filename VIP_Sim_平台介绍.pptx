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502920"/>
            <a:ext cx="640080" cy="640080"/>
          </a:xfrm>
          <a:prstGeom prst="rect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502920"/>
            <a:ext cx="640080" cy="640080"/>
          </a:xfrm>
          <a:prstGeom prst="rect">
            <a:avLst/>
          </a:prstGeom>
          <a:solidFill>
            <a:srgbClr val="6366F1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02920"/>
            <a:ext cx="640080" cy="640080"/>
          </a:xfrm>
          <a:prstGeom prst="rect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0" y="502920"/>
            <a:ext cx="640080" cy="640080"/>
          </a:xfrm>
          <a:prstGeom prst="rect">
            <a:avLst/>
          </a:prstGeom>
          <a:solidFill>
            <a:srgbClr val="22D3EE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1371600"/>
            <a:ext cx="640080" cy="640080"/>
          </a:xfrm>
          <a:prstGeom prst="rect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1371600"/>
            <a:ext cx="640080" cy="640080"/>
          </a:xfrm>
          <a:prstGeom prst="rect">
            <a:avLst/>
          </a:prstGeom>
          <a:solidFill>
            <a:srgbClr val="6366F1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0" y="1371600"/>
            <a:ext cx="640080" cy="640080"/>
          </a:xfrm>
          <a:prstGeom prst="rect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IP · SIMULATION &amp; VERIFICATION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VIP Sim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awesom FPGA 视频处理 IP 一站式仿真验证平台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脚手架建项目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iverilog 仿真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图像/视频质量分析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金标准比对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/ VS Code 扩展 · 纯 JS · 零外部依赖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平台概览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一个面向 ISP 视频 IP 的 “所见即所得” 验证环境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把图像/视频喂给你的 RTL IP，自动跑仿真，并用专业指标量化输出质量——全部在 Trae 控制台里完成。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49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91440" cy="1783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860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脚手架式工程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一条命令把模板（工具链 + BFM + 示例 DUT + Makefile）复制到你的目录，自动建项目内 venv。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057400"/>
            <a:ext cx="5349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057400"/>
            <a:ext cx="91440" cy="1783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860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可视化控制台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Webview 界面：导入媒体、编辑寄存器、一键仿真、6 维质量分析独立弹窗。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5349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114800"/>
            <a:ext cx="91440" cy="1783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金标准自动比对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60120" y="4892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 IP 按位参考模型，运行后直接出 PASS / FAIL 徽章。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5349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4114800"/>
            <a:ext cx="91440" cy="1783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图像 + 视频双模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37960" y="4892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单帧或 MP4 流式逐帧仿真，逐帧预览 + 指标时序曲线。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数据流水线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从一张图到一份质量报告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993392" cy="2011680"/>
          </a:xfrm>
          <a:prstGeom prst="rect">
            <a:avLst/>
          </a:prstGeom>
          <a:solidFill>
            <a:srgbClr val="131C4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1993392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1399032" y="2487168"/>
            <a:ext cx="475488" cy="47548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399032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输入媒体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347472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导入图像 / MP4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还原 stimulus.hex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96896" y="283464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962656" y="2194560"/>
            <a:ext cx="1993392" cy="2011680"/>
          </a:xfrm>
          <a:prstGeom prst="rect">
            <a:avLst/>
          </a:prstGeom>
          <a:solidFill>
            <a:srgbClr val="131C4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2656" y="2194560"/>
            <a:ext cx="199339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3721608" y="2487168"/>
            <a:ext cx="475488" cy="47548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3721608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62656" y="30632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预处理(可选)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72384" y="347472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噪声 / 坏点 / 模糊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自定义算子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283464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285232" y="2194560"/>
            <a:ext cx="1993392" cy="2011680"/>
          </a:xfrm>
          <a:prstGeom prst="rect">
            <a:avLst/>
          </a:prstGeom>
          <a:solidFill>
            <a:srgbClr val="131C4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2194560"/>
            <a:ext cx="1993392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044184" y="2487168"/>
            <a:ext cx="475488" cy="47548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6044184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85232" y="30632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iverilog 仿真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347472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BFM 驱动 DUT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寄存器配置注入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42048" y="283464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7607808" y="2194560"/>
            <a:ext cx="1993392" cy="2011680"/>
          </a:xfrm>
          <a:prstGeom prst="rect">
            <a:avLst/>
          </a:prstGeom>
          <a:solidFill>
            <a:srgbClr val="131C4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07808" y="2194560"/>
            <a:ext cx="199339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Shape 25"/>
          <p:cNvSpPr/>
          <p:nvPr/>
        </p:nvSpPr>
        <p:spPr>
          <a:xfrm>
            <a:off x="8366760" y="2487168"/>
            <a:ext cx="475488" cy="47548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366760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07808" y="30632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输出还原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717536" y="347472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result.hex → 图像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逐帧 MP4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564624" y="283464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9930384" y="2194560"/>
            <a:ext cx="1993392" cy="2011680"/>
          </a:xfrm>
          <a:prstGeom prst="rect">
            <a:avLst/>
          </a:prstGeom>
          <a:solidFill>
            <a:srgbClr val="131C4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30384" y="2194560"/>
            <a:ext cx="1993392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89336" y="2487168"/>
            <a:ext cx="475488" cy="47548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5" name="Text 33"/>
          <p:cNvSpPr/>
          <p:nvPr/>
        </p:nvSpPr>
        <p:spPr>
          <a:xfrm>
            <a:off x="10689336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930384" y="30632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质量分析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040112" y="347472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维指标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金标准 PASS/FAIL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4892040"/>
            <a:ext cx="10927080" cy="1234440"/>
          </a:xfrm>
          <a:prstGeom prst="roundRect">
            <a:avLst>
              <a:gd name="adj" fmla="val 7407"/>
            </a:avLst>
          </a:prstGeom>
          <a:solidFill>
            <a:srgbClr val="131C44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5074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回归测试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all · make check · make regression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 冒烟 + 功能性检查 + 随机反压，一键全绿。默认 64×48 小分辨率快速回归，全分辨率仅里程碑验证。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Coding：从课题到验证只需 4 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65376"/>
            <a:ext cx="475488" cy="47548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74650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选课题 &amp; 让 AI 写 RTL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06440" y="1801368"/>
            <a:ext cx="18288" cy="6035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737360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阅读课题说明书，对 AI 说“实现课题二 Gamma 校正 IP”，AI 按 project_rules 自动放置 RTL / Testbench 并接入仿真环境。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70632"/>
            <a:ext cx="109270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035808"/>
            <a:ext cx="475488" cy="47548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291693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打开仿真控制台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806440" y="2971800"/>
            <a:ext cx="18288" cy="6035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2907792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命令面板运行 “VIP Sim: 打开仿真控制台”，IP 下拉框中自动出现新 IP。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41064"/>
            <a:ext cx="109270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206240"/>
            <a:ext cx="475488" cy="47548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08736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导入媒体 &amp; 配寄存器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806440" y="4142232"/>
            <a:ext cx="18288" cy="6035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4078224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导入图像/视频，按 regdef.json 渲染的可编辑表填写寄存器值，点击 ▶ 运行仿真。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111496"/>
            <a:ext cx="109270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5376672"/>
            <a:ext cx="475488" cy="47548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376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91640" y="5257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看结果 &amp; 判定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806440" y="5312664"/>
            <a:ext cx="18288" cy="6035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5248656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图像对比 / 差异热力图 / 6 维分析 / 金标准 PASS·FAIL，一目了然。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质量分析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个维度量化输出质量 + 金标准按位比对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5643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1051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锐度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10312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方差 + Tenengrad，等级评定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45643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810512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173736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白平衡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10312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R/G/B 增益与色温倾向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45643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81051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06840" y="173736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直方图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06840" y="210312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256-bin 分布与亮度漂移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044952"/>
            <a:ext cx="345643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300984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227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PSNR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3593592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 + R/G/B 分通道信噪比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044952"/>
            <a:ext cx="345643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3300984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3227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Gamma 曲线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3593592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 vs 目标 Gamma 偏差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044952"/>
            <a:ext cx="345643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3300984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06840" y="3227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差异热力图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06840" y="3593592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伪彩，定位逐像素差异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394960"/>
            <a:ext cx="10927080" cy="96012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5394960"/>
            <a:ext cx="109728" cy="9601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金标准比对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 IP 按位参考模型（NumPy），逐字比对 + 容差/容许失配比例。6 个 IP 逐位精确，AWB 帧内增益瞬态容许 2% 失配。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进阶能力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视频流式仿真 &amp; AI 驱动的预处理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480560"/>
          </a:xfrm>
          <a:prstGeom prst="rect">
            <a:avLst/>
          </a:prstGeom>
          <a:solidFill>
            <a:srgbClr val="131C44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349240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视频支持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65176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 MP4 → 流式逐帧仿真 → 导出 MP4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331012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axis_video_source 加 C_STREAM 参数，向后兼容单帧 replay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3968496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帧滑块逐帧预览输入/输出，对选中帧做 6 维分析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462686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“时序分析”面板：锐度 / 亮度 / PSNR 随帧曲线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528523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 帧缓冲（双槽 ping-pong）支持帧间 IP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349240" cy="4480560"/>
          </a:xfrm>
          <a:prstGeom prst="rect">
            <a:avLst/>
          </a:prstGeom>
          <a:solidFill>
            <a:srgbClr val="131C4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691640"/>
            <a:ext cx="5349240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预处理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253288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脚手架 + Trae 聊天 · 无需在扩展里配 API key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5120" y="30632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0" y="306324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文本框描述需求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例：模拟低光照并加噪声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0" y="381304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23760" y="3813048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写入脚手架 + 复制提示词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preprocess_custom.py 自动打开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75120" y="456285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23760" y="4562856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粘到 Trae 聊天让 AI 填函数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借用你正在用的模型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75120" y="531266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23760" y="5312664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点“运行(AI已填好)”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结果设为新的仿真输入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覆盖范围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个 ISP IP 课题 — 全部验证通过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42032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176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自动白平衡 AWB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542032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0" y="182880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69080" y="1554480"/>
            <a:ext cx="176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锐化 Sharpen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542032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82880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1554480"/>
            <a:ext cx="176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对比度增强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06840" y="1554480"/>
            <a:ext cx="2542032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35440" y="182880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46920" y="1554480"/>
            <a:ext cx="176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Gamma 校正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2642616"/>
            <a:ext cx="2542032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2916936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2642616"/>
            <a:ext cx="176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色彩空间转换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29000" y="2642616"/>
            <a:ext cx="2542032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0" y="2916936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69080" y="2642616"/>
            <a:ext cx="176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坏点校正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2642616"/>
            <a:ext cx="2542032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2916936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0" y="2642616"/>
            <a:ext cx="176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空域降噪 Denoise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006840" y="2642616"/>
            <a:ext cx="2542032" cy="841248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89720" y="2752344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＋ 组合设计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89720" y="309981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passthrough · awb_sharpen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4160520"/>
            <a:ext cx="2615184" cy="13716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4325112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640080" y="509320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C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端到端验证场景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502152" y="4160520"/>
            <a:ext cx="2615184" cy="137160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502152" y="4325112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3502152" y="509320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C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逐位精确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64224" y="4160520"/>
            <a:ext cx="2615184" cy="13716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64224" y="4325112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≤2%</a:t>
            </a:r>
            <a:endParaRPr lang="en-US" sz="4200" dirty="0"/>
          </a:p>
        </p:txBody>
      </p:sp>
      <p:sp>
        <p:nvSpPr>
          <p:cNvPr id="43" name="Text 41"/>
          <p:cNvSpPr/>
          <p:nvPr/>
        </p:nvSpPr>
        <p:spPr>
          <a:xfrm>
            <a:off x="6364224" y="509320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C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AWB 容许失配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226296" y="4160520"/>
            <a:ext cx="2615184" cy="137160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226296" y="4325112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64×48</a:t>
            </a:r>
            <a:endParaRPr lang="en-US" sz="4200" dirty="0"/>
          </a:p>
        </p:txBody>
      </p:sp>
      <p:sp>
        <p:nvSpPr>
          <p:cNvPr id="46" name="Text 44"/>
          <p:cNvSpPr/>
          <p:nvPr/>
        </p:nvSpPr>
        <p:spPr>
          <a:xfrm>
            <a:off x="9226296" y="509320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C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默认回归分辨率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回归脚本 run_regression.sh（make regression）：冒烟 + 功能性 + 随机反压全绿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轻量、可复现、零外部依赖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257800" cy="896112"/>
          </a:xfrm>
          <a:prstGeom prst="rect">
            <a:avLst/>
          </a:prstGeom>
          <a:solidFill>
            <a:srgbClr val="131C4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82296" cy="89611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9476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仿真引擎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286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Icarus Verilog (iverilog) 13.0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57800" cy="896112"/>
          </a:xfrm>
          <a:prstGeom prst="rect">
            <a:avLst/>
          </a:prstGeom>
          <a:solidFill>
            <a:srgbClr val="131C44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828800"/>
            <a:ext cx="82296" cy="89611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9476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扩展形态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286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/ VS Code 扩展，纯 JavaScript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2907792"/>
            <a:ext cx="5257800" cy="896112"/>
          </a:xfrm>
          <a:prstGeom prst="rect">
            <a:avLst/>
          </a:prstGeom>
          <a:solidFill>
            <a:srgbClr val="131C44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907792"/>
            <a:ext cx="82296" cy="89611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0266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工具链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3649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OpenCV / NumPy / Pillow（项目内 venv）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55080" y="2907792"/>
            <a:ext cx="5257800" cy="896112"/>
          </a:xfrm>
          <a:prstGeom prst="rect">
            <a:avLst/>
          </a:prstGeom>
          <a:solidFill>
            <a:srgbClr val="131C44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2907792"/>
            <a:ext cx="82296" cy="89611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0266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波形查看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33649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VaporView 扩展打开 VCD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3986784"/>
            <a:ext cx="5257800" cy="896112"/>
          </a:xfrm>
          <a:prstGeom prst="rect">
            <a:avLst/>
          </a:prstGeom>
          <a:solidFill>
            <a:srgbClr val="131C44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986784"/>
            <a:ext cx="82296" cy="89611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1056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可视化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44398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Webview 控制台，6 维分析独立弹窗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3986784"/>
            <a:ext cx="5257800" cy="896112"/>
          </a:xfrm>
          <a:prstGeom prst="rect">
            <a:avLst/>
          </a:prstGeom>
          <a:solidFill>
            <a:srgbClr val="131C44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3986784"/>
            <a:ext cx="82296" cy="89611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1056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配置链路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44398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IP regdef.json → 可编辑寄存器表 → BFM 注入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5440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导入图像 → 一键仿真 → 量化质量。</a:t>
            </a:r>
            <a:pPr indent="0" marL="0">
              <a:buNone/>
            </a:pPr>
            <a:r>
              <a:rPr lang="en-US" sz="1800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让视频 IP 验证像写一句话一样简单。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VIP Sim 视频 IP 仿真验证平台</dc:title>
  <dc:subject>PptxGenJS Presentation</dc:subject>
  <dc:creator>VIP Sim</dc:creator>
  <cp:lastModifiedBy>VIP Sim</cp:lastModifiedBy>
  <cp:revision>1</cp:revision>
  <dcterms:created xsi:type="dcterms:W3CDTF">2026-06-15T11:14:17Z</dcterms:created>
  <dcterms:modified xsi:type="dcterms:W3CDTF">2026-06-15T11:14:17Z</dcterms:modified>
</cp:coreProperties>
</file>